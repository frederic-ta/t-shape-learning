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SAJENTHAN GUNARATNAM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7DC1"/>
                </a:solidFill>
              </a:defRPr>
            </a:pPr>
            <a:r>
              <a:t>Technical Account Manager — Candidacy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Lenovo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Born in Sri Lanka — moved to France at age 11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Completed entire education in France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Two-year technical degree in IT (Programming)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Married, father of two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800"/>
                </a:solidFill>
              </a:defRPr>
            </a:pPr>
            <a:r>
              <a:t>Hobbies &amp; Interests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♟️  Chess (friends &amp; online)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🏊  Swimming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⚽  Champions League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✈️  Traveling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18 Years in IT — Career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965960"/>
            <a:ext cx="137160" cy="13716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103120"/>
            <a:ext cx="36576" cy="9144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</a:defRPr>
            </a:pPr>
            <a:r>
              <a:t>ALSTOM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DC1"/>
                </a:solidFill>
              </a:defRPr>
            </a:pPr>
            <a:r>
              <a:t>Local IT Technician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VIP support (CEO, Directors) · High-pressure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063240"/>
            <a:ext cx="137160" cy="13716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3200400"/>
            <a:ext cx="36576" cy="9144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</a:defRPr>
            </a:pPr>
            <a:r>
              <a:t>IMERYS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DC1"/>
                </a:solidFill>
              </a:defRPr>
            </a:pPr>
            <a:r>
              <a:t>Local IT Technician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On-site IT support &amp;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160520"/>
            <a:ext cx="137160" cy="13716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4297680"/>
            <a:ext cx="36576" cy="9144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</a:defRPr>
            </a:pPr>
            <a:r>
              <a:t>LENOVO — 7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DC1"/>
                </a:solidFill>
              </a:defRPr>
            </a:pPr>
            <a:r>
              <a:t>Senior L1 · POD Coordinator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023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Premier Support France from launch · QM operations · L2 collaboration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257800"/>
            <a:ext cx="137160" cy="13716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800"/>
                </a:solidFill>
              </a:defRPr>
            </a:pPr>
            <a:r>
              <a:t>LENOVO —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DC1"/>
                </a:solidFill>
              </a:defRPr>
            </a:pPr>
            <a:r>
              <a:t>French TAM Team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20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Escalations · Complex cases · CX meetings · Vendor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Lenovo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800"/>
                </a:solidFill>
              </a:defRPr>
            </a:pPr>
            <a:r>
              <a:t>7 Years — Premier Support France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Joined from the very launch of Premier Support France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Senior L1 Technician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POD Coordinator for 2 years — leadership &amp; coordination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QM operations support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Strong collaboration with L2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800"/>
                </a:solidFill>
              </a:defRPr>
            </a:pPr>
            <a:r>
              <a:t>2025 — TAM Team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Bucket management → Escalations → Complex cases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Organizing TAM/L2 meetings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Guiding customers to final resolution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Participating in CX meetings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Vendor meetings on escalated cases &amp; negative surveys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Technical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18 years of hands-on technical experience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Quick case analysis — identify root causes efficiently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Propose multiple solutions adapted to each situation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Deep knowledge of Lenovo processes &amp; terms and conditions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Strong diagnostic and troubleshooting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Customer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VIP user support experience (CEO, Directors at Alstom)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Handle demanding &amp; difficult customers with confidence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Active listening and efficient response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Stay calm under pressure — every time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Evaluate cases end-to-end and make informed decisions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Customer satisfaction is always the priority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Leadership &amp;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POD Coordinator — 2 years of team leadership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Strong relationships with the entire French L1 team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Guiding teams on process compliance &amp; customer listening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Improving CX through better communication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Effective collaboration with TAM, L2, vendors &amp;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800"/>
                </a:solidFill>
              </a:defRPr>
            </a:pPr>
            <a:r>
              <a:t>Key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6517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Bridge between L1 and L2 teams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Process improvement advocate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Mentoring &amp; knowledge sharing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CX-driven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457200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Why I'm Ready for 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7432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✅  Manage customer accounts proactively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✅  Handle complex cases from start to finish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✅  Coordinate efficiently with internal &amp; external teams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✅  Improve customer satisfaction and overall CX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✅  Represent Lenovo with professionalism &amp; technical credibility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800"/>
                </a:solidFill>
              </a:defRPr>
            </a:pPr>
            <a:r>
              <a:t>Technical expertise + Customer experience + Leadership</a:t>
            </a:r>
            <a:br/>
            <a:r>
              <a:t>= Ready for TAM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07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DC1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Sajenthan Gunaratnam · Lenovo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